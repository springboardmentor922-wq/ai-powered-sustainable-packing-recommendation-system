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04661E-02F1-407F-BCA6-BB4B92764000}" v="11" dt="2026-02-01T20:49:39.2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5AC93-1A0A-F78B-B894-4C4B2904C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EE35C-0AB2-01AE-6BF2-1610A6F2D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CE068-FCBB-49D6-757B-D64DE7CE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B26EA-07B2-DF21-F0CE-C6308249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37A60-5CA5-5140-1685-1966C8165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75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9E489-2567-D4F5-48E0-62B394839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35D60-886D-2647-7866-183D800B3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3AB02-40CE-7E3C-BA43-D8FE09FB7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A400-87EE-A541-170F-5FD28FF9D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E72E-4285-3FF1-F335-97E77E01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63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8167-672D-A3A1-53C7-57D0AC70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CFB3D-EE68-BF14-6841-A3DE53AED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D01AF-02F8-06D1-6FF5-010506AF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7C4E4-09A3-84AB-0441-5F6F3F8A1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FF8C-83DD-A938-B8C7-D9A30ACE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86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2F6B-AABB-DBE1-06CB-B77F1A63E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45090-0136-5BDC-FB77-0FC7F3F3C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636F5-6B50-A8F1-11C2-214774EE1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AE93E-11CB-9DA7-C67F-9B152EA7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77F58-1C78-0DC4-775C-7A9BFB06F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F011F-60C2-6187-050D-B165D9BA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2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2A0A1-DE26-E22C-826C-56DAD549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98FF-1517-FE73-70F9-B0B56BB43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6B2BD-0C57-D585-9E4E-592AC765C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BA7616-D1F2-F8AC-D608-B90580C44D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86954F-6B46-9C12-2AC1-1BCE6250C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086E7-2075-7B5D-B140-2C56EB105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E9F87-F2E6-BC60-A71A-55F32BFE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BFA0C-F730-3D33-9AEC-A7659CE8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05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0E9B-8CAE-D79D-8663-F21D1BBC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DDBA6-2D3A-429B-3E2F-BFD562BB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E4533-0FEA-A337-824E-A08552B8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9FF8D-24AD-44D1-474D-8450E4B8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74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2B542-496C-3BE6-19BA-2FD297AF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5FA9A-2234-FD35-1530-E6E58551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7AF6A-3A3D-E2B2-C9C8-64127A10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00AB-2DAA-4008-360C-29FC28E2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C59C-32E5-5E31-52F8-9F6C1A995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4E6927-2102-0283-B63E-ABC960F05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6A3FC-1908-31FB-FE6B-4C52149B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11E58-1932-52D3-BE78-DAA884A5E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BA539-EAE1-44D8-229C-7EA5D770F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685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FFEF-3FBE-BF9D-0BF9-3425DEEA6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2A6B7-84E8-B693-6E14-70A05FF148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EC409-07DF-2508-B100-EA396DD92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376DB2-4C2E-4DB1-44CD-D46825E1F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CB745-9761-D9E3-C4CB-7F70A24E0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161A8-1509-F529-43C2-F9EECC92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770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2B88-5056-56FF-9C69-82B8F1CA1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6D2E39-7CC9-1E3D-B928-15523DD1D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FFA86-7BCD-FEC1-06E7-8FC1E601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50333-56F5-F61C-3EAB-7A693180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38AF8-57C9-824B-496F-412374669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41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605CB5-9BED-FDC2-9B02-F4900962A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FB75A-0D24-9791-6560-5DF41BC4C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0BF82-C82E-8280-DAD7-6A4D7291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3368C-CA3C-4B54-2207-9FB0D6342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A3363-F87B-2F7C-0FF5-8F4E96F6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4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7D049-0FF2-8E67-6639-9DD515DFD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9ED75-17DA-C9C4-ED13-AE54B50CCA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E928D-D0C7-CE7B-8A4C-A1C33E3DC8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26487-1E9F-4A4F-8FF8-6FD4E8E11344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8707-383D-A718-358A-35D5BFB5E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DB13F-FAF3-3D8A-9868-EB7076B90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9EA2D-603D-45D7-B1D2-A640E00033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943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3E82A-D815-F6EB-7176-06280E810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59072"/>
            <a:ext cx="4310894" cy="77366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8BC0BC-FBDF-F769-1296-ED7028413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839506"/>
            <a:ext cx="2092270" cy="202290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E5EAD5-4B27-3101-7268-6510EF16D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629" y="59071"/>
            <a:ext cx="3795031" cy="1723953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8B210D-3314-1009-BAE6-03BEDEC675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1" y="2869188"/>
            <a:ext cx="4310894" cy="1650302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114520-FF95-E2FC-45E4-7192830032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12" y="4526263"/>
            <a:ext cx="4716245" cy="227266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9156A2-C7FE-5FD8-A308-82CD20B9DB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0" y="4526263"/>
            <a:ext cx="2525183" cy="2272665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038846-4E64-22D6-F04C-B679AAB789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23" y="4529649"/>
            <a:ext cx="4779424" cy="227266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D28A6C-2AE0-5BEB-436C-926A02D745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610" y="846279"/>
            <a:ext cx="2218624" cy="201613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F41A237-0D5F-D222-39CC-3E5C871D46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701" y="59072"/>
            <a:ext cx="3914928" cy="1713794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5CFAD5-18EC-C6DB-B62B-E77E2ADA4D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0701" y="1784719"/>
            <a:ext cx="2985246" cy="273477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CBDEF3-5F5D-70A5-8CBC-F64C7D499E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413" y="1783025"/>
            <a:ext cx="4716245" cy="274323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5594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535f98-5b79-47b1-8f4f-c504002e37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47B9AF98F4845B6C94475DC5A64D9" ma:contentTypeVersion="9" ma:contentTypeDescription="Create a new document." ma:contentTypeScope="" ma:versionID="4ce55d9f0f6a4a98189f59299b3cc1bf">
  <xsd:schema xmlns:xsd="http://www.w3.org/2001/XMLSchema" xmlns:xs="http://www.w3.org/2001/XMLSchema" xmlns:p="http://schemas.microsoft.com/office/2006/metadata/properties" xmlns:ns3="00535f98-5b79-47b1-8f4f-c504002e37cf" xmlns:ns4="433af422-5cc6-4a39-af29-4d2d92169cdb" targetNamespace="http://schemas.microsoft.com/office/2006/metadata/properties" ma:root="true" ma:fieldsID="4c8ffff46261c6672075d07ac15f7e55" ns3:_="" ns4:_="">
    <xsd:import namespace="00535f98-5b79-47b1-8f4f-c504002e37cf"/>
    <xsd:import namespace="433af422-5cc6-4a39-af29-4d2d92169c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35f98-5b79-47b1-8f4f-c504002e37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3af422-5cc6-4a39-af29-4d2d9216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6A3E14-75F3-49B5-A7F5-4E64C783EE25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433af422-5cc6-4a39-af29-4d2d92169cdb"/>
    <ds:schemaRef ds:uri="00535f98-5b79-47b1-8f4f-c504002e37cf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0B8EB2A-65CE-4955-A746-042F877665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C69B6B-4D12-48B6-BBF1-81BE218B69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0535f98-5b79-47b1-8f4f-c504002e37cf"/>
    <ds:schemaRef ds:uri="433af422-5cc6-4a39-af29-4d2d9216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YAWALKAR AJINKYA GANPATI</dc:creator>
  <cp:lastModifiedBy>YAWALKAR AJINKYA GANPATI</cp:lastModifiedBy>
  <cp:revision>4</cp:revision>
  <dcterms:created xsi:type="dcterms:W3CDTF">2026-02-01T19:56:10Z</dcterms:created>
  <dcterms:modified xsi:type="dcterms:W3CDTF">2026-02-01T21:00:09Z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0x01010038047B9AF98F4845B6C94475DC5A64D9</vt:lpwstr>
  </property>
</Properties>
</file>